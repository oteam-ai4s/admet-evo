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ADMET-EvO: Architecture, TDC-22 Performance, and Autonomous Research Evidence</dc:title>
  <dc:subject>Four-slide scientific overview of ADMET-EvO v2.7/v3</dc:subject>
  <dc:creator>ADMET-EvO Research Team</dc:creator>
  <cp:keywords>ADMET, TDC, autonomous research agent, molecular property prediction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